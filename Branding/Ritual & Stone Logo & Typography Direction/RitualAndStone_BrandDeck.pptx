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4A47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sessions/eager-relaxed-cannon/mnt/Inspos/6b4adc8db92e0a37b427bcbd7af01b9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0"/>
            <a:ext cx="466344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1554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OFFICIAL BRAND DECK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7432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2  0  2  6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60120" y="2029968"/>
            <a:ext cx="2560320" cy="14630"/>
          </a:xfrm>
          <a:prstGeom prst="rect">
            <a:avLst/>
          </a:prstGeom>
          <a:solidFill>
            <a:srgbClr val="5E5B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066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500" kern="0" dirty="0">
                <a:solidFill>
                  <a:srgbClr val="F0EDE5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RITUAL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74320" y="26334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0EDE5"/>
                </a:solidFill>
                <a:latin typeface="Constancia Script" pitchFamily="34" charset="0"/>
                <a:ea typeface="Constancia Script" pitchFamily="34" charset="-122"/>
                <a:cs typeface="Constancia Script" pitchFamily="34" charset="-120"/>
              </a:rPr>
              <a:t>&amp;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274320" y="341985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500" kern="0" dirty="0">
                <a:solidFill>
                  <a:srgbClr val="F0EDE5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STONE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960120" y="4096512"/>
            <a:ext cx="2560320" cy="14630"/>
          </a:xfrm>
          <a:prstGeom prst="rect">
            <a:avLst/>
          </a:prstGeom>
          <a:solidFill>
            <a:srgbClr val="5E5B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6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 T U D I 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4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relaxed-cannon/mnt/Font Designs/img-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54480"/>
            <a:ext cx="9144000" cy="35890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57200" y="47548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0" y="47548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 is a remote-first luxury bathroom design consultancy based in Australia.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help homeowners and renovators define their design vision before the build begins — so every tile, every fitting, every finish is chosen with intention.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Of Contents</a:t>
            </a:r>
            <a:endParaRPr lang="en-US" sz="5000" dirty="0"/>
          </a:p>
        </p:txBody>
      </p:sp>
      <p:pic>
        <p:nvPicPr>
          <p:cNvPr id="5" name="Image 0" descr="/sessions/eager-relaxed-cannon/mnt/Font Designs/img-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2768"/>
            <a:ext cx="7132320" cy="35707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664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05088" y="166420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69480" y="2176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Services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05088" y="21762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69480" y="2688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05088" y="26883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69480" y="32004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05088" y="320040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69480" y="371246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 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05088" y="37124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69480" y="4407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remote-first consultancy for homeowners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want clarity before their renovation begins.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relaxed-cannon/mnt/outputs/extracted_imgs/img-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84048" y="38404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About Us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84048" y="1298448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believe that a beautifully designed bathroom is not a luxury — it is a necessity.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exist to close the gap between what renovators imagine and what actually gets built, by guiding every design decision before a tradesperson arrives.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Founded by Ced Karmela Fabillar, a former Porcelanosa consultant with deep knowledge of luxury materials and European design standards, Ritual &amp; Stone Studio brings that same level of expert guidance directly to Australian homeowners.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429000" y="1298448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services are entirely remote — delivered through video consultations, curated mood boards, and detailed specification guides that serve as your blueprint for every conversation with a builder or supplier.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Whether you are redesigning a single ensuite or building a sanctuary from the ground up, we bring Porcelanosa-level precision to every project.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work with clients across Australia who want intentional, beautiful spaces — and who understand that the most important decisions happen long before the first tile is laid.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38404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Our Services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51206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Design Discovery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Consultation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0" y="51206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90-minute video consultation mapping your space, lifestyle, and renovation timeline. The foundation for every decision that follows.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1444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Mood Board &amp;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Vision Package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0" y="144475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curated visual direction document capturing your design identity — the north star for every material and finish choice.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Materials &amp;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Specification Guide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23774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Room-by-room surface specifications with exact product, finish, and supplier recommendations your builder can action directly.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0" y="33101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Digital Concept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Rendering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3310128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your completed space before a single tile is ordered. Full visualisation so nothing is left to imagination.</a:t>
            </a:r>
            <a:endParaRPr lang="en-US" sz="850" dirty="0"/>
          </a:p>
        </p:txBody>
      </p:sp>
      <p:pic>
        <p:nvPicPr>
          <p:cNvPr id="13" name="Image 0" descr="/sessions/eager-relaxed-cannon/mnt/Inspos/c546fccda02ec267689d85b4906a66f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950208"/>
            <a:ext cx="3044952" cy="1193292"/>
          </a:xfrm>
          <a:prstGeom prst="rect">
            <a:avLst/>
          </a:prstGeom>
        </p:spPr>
      </p:pic>
      <p:pic>
        <p:nvPicPr>
          <p:cNvPr id="14" name="Image 1" descr="/sessions/eager-relaxed-cannon/mnt/Inspos/ba454cc58488c9fafe7e6b73d359fa9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524" y="3950208"/>
            <a:ext cx="3044952" cy="1193292"/>
          </a:xfrm>
          <a:prstGeom prst="rect">
            <a:avLst/>
          </a:prstGeom>
        </p:spPr>
      </p:pic>
      <p:pic>
        <p:nvPicPr>
          <p:cNvPr id="15" name="Image 2" descr="/sessions/eager-relaxed-cannon/mnt/Inspos/c69740882bc4df17cdcda7b59a6f2d0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3950208"/>
            <a:ext cx="3044952" cy="1193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relaxed-cannon/mnt/Inspos/7177595a1462b4b338012a3fd168da7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14400" y="14630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“Your bathroom is one of the most used rooms in your home.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It should feel like a sanctuary — not an afterthought.”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Ced Karmela Fabillar, Founder  ·  Ritual &amp; Stone Studio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relaxed-cannon/mnt/Inspos/c69740882bc4df17cdcda7b59a6f2d0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0896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383280" y="38404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Our Story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383280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383280" y="18288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 founded by Ced Karmela Fabillar, drawing on years of expertise at Porcelanosa and in luxury materials.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63640" y="18288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registered with ASIC. Brand identity developed. Design process framework built and tested.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8328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83280" y="3639312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Official launch. Remote consultation services open to clients across Australia.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6364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 →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263640" y="3639312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design packages delivered. Building a portfolio of sanctuaries, one bathroom at a time.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relaxed-cannon/mnt/Inspos/7177595a1462b4b338012a3fd168da7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542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4A4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84048" y="27249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How We Work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0" y="272491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Discover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114800" y="31729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 90-min video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consultation to understand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space and timeline.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37960" y="272491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Vision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37960" y="31729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Curated mood 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design direction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capturing your look and feel.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five-step process built around your renovation timeline.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relaxed-cannon/mnt/Inspos/ba454cc58488c9fafe7e6b73d359fa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542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4A4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F0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2860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Discover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8600" y="31729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 consultation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understand your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 and timeline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01168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Vision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11680" y="31729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Curated mood board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capturing your design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and feel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79476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Specify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94760" y="31729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Room-by-room materials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 with product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7784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Present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577840" y="31729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 rendering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full specification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handover package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6092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EDE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Support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60920" y="31729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On-call guidance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during procurement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C4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builder briefings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28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863840" y="128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2 0 2 6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3840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Contact 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84048" y="13258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Whether you are redesigning a single ensuite or building your dream bathroom from the ground up, we would love to hear from you.</a:t>
            </a:r>
            <a:endParaRPr lang="en-US" sz="950" dirty="0"/>
          </a:p>
          <a:p>
            <a:pPr indent="0" marL="0">
              <a:spcAft>
                <a:spcPts val="800"/>
              </a:spcAft>
              <a:buNone/>
            </a:pPr>
            <a:endParaRPr lang="en-US" sz="9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6B645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 &amp; Stone Studio works remotely with clients across Australia, delivering luxury design guidance that sets your renovation up for success — before a single tradesperson arrives.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3840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94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  ·  Pinterest  ·  Email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@ritualandstonestudio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325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Email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6367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hello@ritualandstonestudio.com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6367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@ritualandstonestudio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2331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Pinterest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642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@ritualandstonestudio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2331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B4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Web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2642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39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ritualandstonestudio.com</a:t>
            </a:r>
            <a:endParaRPr lang="en-US" sz="900" dirty="0"/>
          </a:p>
        </p:txBody>
      </p:sp>
      <p:pic>
        <p:nvPicPr>
          <p:cNvPr id="16" name="Image 0" descr="/sessions/eager-relaxed-cannon/mnt/Inspos/c546fccda02ec267689d85b4906a66f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80160"/>
            <a:ext cx="1737360" cy="3858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R&amp;S Official Brand Deck</dc:title>
  <dc:subject>PptxGenJS Presentation</dc:subject>
  <dc:creator>Ritual &amp; Stone Studio</dc:creator>
  <cp:lastModifiedBy>Ritual &amp; Stone Studio</cp:lastModifiedBy>
  <cp:revision>1</cp:revision>
  <dcterms:created xsi:type="dcterms:W3CDTF">2026-06-30T22:57:34Z</dcterms:created>
  <dcterms:modified xsi:type="dcterms:W3CDTF">2026-06-30T22:57:34Z</dcterms:modified>
</cp:coreProperties>
</file>